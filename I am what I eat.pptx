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7" r:id="rId3"/>
    <p:sldId id="256" r:id="rId4"/>
    <p:sldId id="258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63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02BD9-91C5-4600-B3FE-569E0AA48569}" type="datetimeFigureOut">
              <a:rPr lang="ru-RU" smtClean="0"/>
              <a:pPr/>
              <a:t>25.11.2018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311A6-423B-4B07-BDE8-0A44D2C5942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5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14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412776"/>
            <a:ext cx="7772400" cy="1470025"/>
          </a:xfrm>
        </p:spPr>
        <p:txBody>
          <a:bodyPr/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 am what I </a:t>
            </a:r>
            <a:r>
              <a:rPr lang="en-US" dirty="0" smtClean="0"/>
              <a:t>eat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63888" y="3356992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ru-RU" sz="1800" dirty="0" err="1" smtClean="0">
                <a:solidFill>
                  <a:schemeClr val="bg1">
                    <a:lumMod val="50000"/>
                  </a:schemeClr>
                </a:solidFill>
              </a:rPr>
              <a:t>Тюпин</a:t>
            </a:r>
            <a:r>
              <a:rPr lang="ru-RU" sz="1800" dirty="0" smtClean="0">
                <a:solidFill>
                  <a:schemeClr val="bg1">
                    <a:lumMod val="50000"/>
                  </a:schemeClr>
                </a:solidFill>
              </a:rPr>
              <a:t> Георгий</a:t>
            </a:r>
          </a:p>
          <a:p>
            <a:pPr algn="l"/>
            <a:r>
              <a:rPr lang="ru-RU" sz="1800" dirty="0" smtClean="0">
                <a:solidFill>
                  <a:schemeClr val="bg1">
                    <a:lumMod val="50000"/>
                  </a:schemeClr>
                </a:solidFill>
              </a:rPr>
              <a:t>6-Н</a:t>
            </a:r>
          </a:p>
          <a:p>
            <a:pPr algn="l"/>
            <a:r>
              <a:rPr lang="ru-RU" sz="1800" dirty="0" smtClean="0">
                <a:solidFill>
                  <a:schemeClr val="bg1">
                    <a:lumMod val="50000"/>
                  </a:schemeClr>
                </a:solidFill>
              </a:rPr>
              <a:t>ГБОУ </a:t>
            </a:r>
            <a:r>
              <a:rPr lang="ru-RU" sz="1800" dirty="0" err="1" smtClean="0">
                <a:solidFill>
                  <a:schemeClr val="bg1">
                    <a:lumMod val="50000"/>
                  </a:schemeClr>
                </a:solidFill>
              </a:rPr>
              <a:t>шлола</a:t>
            </a:r>
            <a:r>
              <a:rPr lang="ru-RU" sz="1800" dirty="0" smtClean="0">
                <a:solidFill>
                  <a:schemeClr val="bg1">
                    <a:lumMod val="50000"/>
                  </a:schemeClr>
                </a:solidFill>
              </a:rPr>
              <a:t> № 1571</a:t>
            </a:r>
          </a:p>
          <a:p>
            <a:pPr algn="l"/>
            <a:r>
              <a:rPr lang="ru-RU" sz="1800" dirty="0" smtClean="0">
                <a:solidFill>
                  <a:schemeClr val="bg1">
                    <a:lumMod val="50000"/>
                  </a:schemeClr>
                </a:solidFill>
              </a:rPr>
              <a:t>Исследовательская работа </a:t>
            </a:r>
            <a:r>
              <a:rPr lang="en-US" sz="1800" dirty="0" smtClean="0">
                <a:solidFill>
                  <a:schemeClr val="bg1">
                    <a:lumMod val="50000"/>
                  </a:schemeClr>
                </a:solidFill>
              </a:rPr>
              <a:t>“</a:t>
            </a:r>
            <a:r>
              <a:rPr lang="en-US" sz="1800" dirty="0" smtClean="0"/>
              <a:t>I </a:t>
            </a:r>
            <a:r>
              <a:rPr lang="en-US" sz="1800" dirty="0" smtClean="0"/>
              <a:t>am what I </a:t>
            </a:r>
            <a:r>
              <a:rPr lang="en-US" sz="1800" dirty="0" smtClean="0"/>
              <a:t>eat”</a:t>
            </a:r>
            <a:endParaRPr lang="ru-RU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332656"/>
            <a:ext cx="230425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427984" y="332656"/>
            <a:ext cx="194421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7524328" y="332656"/>
            <a:ext cx="0" cy="652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195736" y="332656"/>
            <a:ext cx="69482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43400" y="-108103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Monday</a:t>
            </a:r>
            <a:endParaRPr lang="ru-RU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179512" y="-171400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breakfast</a:t>
            </a:r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2555776" y="4046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lunch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40466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dinner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88224" y="116632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drink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7884368" y="404664"/>
            <a:ext cx="125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snack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107504" y="1052736"/>
            <a:ext cx="2016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Porridge</a:t>
            </a:r>
            <a:r>
              <a:rPr lang="ru-RU" dirty="0" smtClean="0"/>
              <a:t> </a:t>
            </a:r>
            <a:r>
              <a:rPr lang="en-US" dirty="0" smtClean="0"/>
              <a:t>with bananas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6372200" y="1196752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water</a:t>
            </a:r>
            <a:endParaRPr lang="ru-RU" dirty="0" smtClean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2699792" y="1268760"/>
            <a:ext cx="10801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87816" y="1196752"/>
            <a:ext cx="16561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</a:t>
            </a:r>
            <a:r>
              <a:rPr lang="en-US" dirty="0" smtClean="0"/>
              <a:t>aprika chips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Ciabatta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Crackers TUC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23" name="TextBox 22"/>
          <p:cNvSpPr txBox="1"/>
          <p:nvPr/>
        </p:nvSpPr>
        <p:spPr>
          <a:xfrm>
            <a:off x="4427984" y="1052736"/>
            <a:ext cx="19442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salad with bell pepper and </a:t>
            </a:r>
            <a:r>
              <a:rPr lang="en-US" dirty="0" smtClean="0"/>
              <a:t>cucumber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roast potatoes</a:t>
            </a:r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pic>
        <p:nvPicPr>
          <p:cNvPr id="25" name="Рисунок 24" descr="Без названия (1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27984" y="2564904"/>
            <a:ext cx="1800200" cy="1208893"/>
          </a:xfrm>
          <a:prstGeom prst="rect">
            <a:avLst/>
          </a:prstGeom>
        </p:spPr>
      </p:pic>
      <p:pic>
        <p:nvPicPr>
          <p:cNvPr id="28" name="Рисунок 27" descr="Без названия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2132856"/>
            <a:ext cx="2087012" cy="1296144"/>
          </a:xfrm>
          <a:prstGeom prst="rect">
            <a:avLst/>
          </a:prstGeom>
        </p:spPr>
      </p:pic>
      <p:pic>
        <p:nvPicPr>
          <p:cNvPr id="29" name="Рисунок 28" descr="chiabata-22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843856" y="2708920"/>
            <a:ext cx="1300144" cy="936104"/>
          </a:xfrm>
          <a:prstGeom prst="rect">
            <a:avLst/>
          </a:prstGeom>
        </p:spPr>
      </p:pic>
      <p:pic>
        <p:nvPicPr>
          <p:cNvPr id="30" name="Рисунок 29" descr="5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2636912"/>
            <a:ext cx="1208790" cy="8640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332656"/>
            <a:ext cx="230425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427984" y="332656"/>
            <a:ext cx="194421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7812360" y="332656"/>
            <a:ext cx="0" cy="652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195736" y="332656"/>
            <a:ext cx="69482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43400" y="-108103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Tuesday</a:t>
            </a:r>
          </a:p>
          <a:p>
            <a:endParaRPr lang="ru-RU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179512" y="-171400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breakfast</a:t>
            </a:r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2555776" y="4046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lunch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40466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dinner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88224" y="116632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drink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7884368" y="404664"/>
            <a:ext cx="125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snack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179512" y="980728"/>
            <a:ext cx="16561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Porridge with bananas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water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6372200" y="980728"/>
            <a:ext cx="12241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water</a:t>
            </a:r>
            <a:endParaRPr lang="ru-RU" dirty="0" smtClean="0"/>
          </a:p>
        </p:txBody>
      </p:sp>
      <p:sp>
        <p:nvSpPr>
          <p:cNvPr id="29" name="TextBox 28"/>
          <p:cNvSpPr txBox="1"/>
          <p:nvPr/>
        </p:nvSpPr>
        <p:spPr>
          <a:xfrm>
            <a:off x="7812360" y="980728"/>
            <a:ext cx="15121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Straw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Crackers TUC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</p:txBody>
      </p:sp>
      <p:sp>
        <p:nvSpPr>
          <p:cNvPr id="30" name="TextBox 29"/>
          <p:cNvSpPr txBox="1"/>
          <p:nvPr/>
        </p:nvSpPr>
        <p:spPr>
          <a:xfrm>
            <a:off x="4716016" y="980728"/>
            <a:ext cx="1584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roast </a:t>
            </a:r>
            <a:r>
              <a:rPr lang="en-US" dirty="0" smtClean="0"/>
              <a:t>potatoes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yogurt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2411760" y="1052736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Red lentils</a:t>
            </a:r>
          </a:p>
          <a:p>
            <a:pPr marL="342900" indent="-342900"/>
            <a:r>
              <a:rPr lang="en-US" dirty="0" smtClean="0"/>
              <a:t>soup </a:t>
            </a:r>
            <a:endParaRPr lang="ru-RU" dirty="0"/>
          </a:p>
        </p:txBody>
      </p:sp>
      <p:pic>
        <p:nvPicPr>
          <p:cNvPr id="26" name="Рисунок 25" descr="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27784" y="2204864"/>
            <a:ext cx="1440160" cy="1118242"/>
          </a:xfrm>
          <a:prstGeom prst="rect">
            <a:avLst/>
          </a:prstGeom>
        </p:spPr>
      </p:pic>
      <p:pic>
        <p:nvPicPr>
          <p:cNvPr id="32" name="Рисунок 31" descr="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72200" y="2276872"/>
            <a:ext cx="1411436" cy="1008956"/>
          </a:xfrm>
          <a:prstGeom prst="rect">
            <a:avLst/>
          </a:prstGeom>
        </p:spPr>
      </p:pic>
      <p:pic>
        <p:nvPicPr>
          <p:cNvPr id="33" name="Рисунок 32" descr="Без названия (4)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99992" y="2204864"/>
            <a:ext cx="1584176" cy="1054197"/>
          </a:xfrm>
          <a:prstGeom prst="rect">
            <a:avLst/>
          </a:prstGeom>
        </p:spPr>
      </p:pic>
      <p:pic>
        <p:nvPicPr>
          <p:cNvPr id="34" name="Рисунок 33" descr="Без названия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23528" y="2132856"/>
            <a:ext cx="1800200" cy="1118019"/>
          </a:xfrm>
          <a:prstGeom prst="rect">
            <a:avLst/>
          </a:prstGeom>
        </p:spPr>
      </p:pic>
      <p:pic>
        <p:nvPicPr>
          <p:cNvPr id="35" name="Рисунок 34" descr="Без названия (9)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54491" y="2204864"/>
            <a:ext cx="1389509" cy="6774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332656"/>
            <a:ext cx="230425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427984" y="332656"/>
            <a:ext cx="194421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7812360" y="332656"/>
            <a:ext cx="0" cy="652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195736" y="332656"/>
            <a:ext cx="69482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43400" y="-108103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Wednesday</a:t>
            </a:r>
            <a:endParaRPr lang="ru-RU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179512" y="-171400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breakfast</a:t>
            </a:r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2555776" y="4046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lunch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40466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dinner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88224" y="116632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drink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7884368" y="404664"/>
            <a:ext cx="125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snack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1124744"/>
            <a:ext cx="1763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Porridge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6660232" y="1052736"/>
            <a:ext cx="1368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water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7740352" y="836712"/>
            <a:ext cx="1548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</a:t>
            </a:r>
            <a:r>
              <a:rPr lang="en-US" dirty="0" smtClean="0"/>
              <a:t>aked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straw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Crackers TUC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Marmala</a:t>
            </a:r>
            <a:r>
              <a:rPr lang="en-US" dirty="0" smtClean="0"/>
              <a:t>-de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4644008" y="1052736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yogurt</a:t>
            </a:r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2627784" y="1268760"/>
            <a:ext cx="1368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</a:t>
            </a:r>
            <a:r>
              <a:rPr lang="en-US" dirty="0" smtClean="0"/>
              <a:t>ed lentils</a:t>
            </a:r>
          </a:p>
          <a:p>
            <a:pPr marL="342900" indent="-342900"/>
            <a:r>
              <a:rPr lang="en-US" dirty="0" smtClean="0"/>
              <a:t>       soup</a:t>
            </a:r>
            <a:endParaRPr lang="ru-RU" dirty="0"/>
          </a:p>
        </p:txBody>
      </p:sp>
      <p:pic>
        <p:nvPicPr>
          <p:cNvPr id="34" name="Рисунок 33" descr="Без названия (2)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16016" y="2221179"/>
            <a:ext cx="1008112" cy="775773"/>
          </a:xfrm>
          <a:prstGeom prst="rect">
            <a:avLst/>
          </a:prstGeom>
        </p:spPr>
      </p:pic>
      <p:pic>
        <p:nvPicPr>
          <p:cNvPr id="35" name="Рисунок 34" descr="Без названия (3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45494" y="2564904"/>
            <a:ext cx="1298505" cy="864096"/>
          </a:xfrm>
          <a:prstGeom prst="rect">
            <a:avLst/>
          </a:prstGeom>
        </p:spPr>
      </p:pic>
      <p:pic>
        <p:nvPicPr>
          <p:cNvPr id="36" name="Рисунок 35" descr="49525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9512" y="1844824"/>
            <a:ext cx="1617529" cy="1067569"/>
          </a:xfrm>
          <a:prstGeom prst="rect">
            <a:avLst/>
          </a:prstGeom>
        </p:spPr>
      </p:pic>
      <p:pic>
        <p:nvPicPr>
          <p:cNvPr id="38" name="Рисунок 37" descr="4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627784" y="2204864"/>
            <a:ext cx="1440160" cy="1118242"/>
          </a:xfrm>
          <a:prstGeom prst="rect">
            <a:avLst/>
          </a:prstGeom>
        </p:spPr>
      </p:pic>
      <p:pic>
        <p:nvPicPr>
          <p:cNvPr id="39" name="Рисунок 38" descr="Без названия (6)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491986" y="2420888"/>
            <a:ext cx="1082087" cy="720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  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332656"/>
            <a:ext cx="230425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427984" y="332656"/>
            <a:ext cx="194421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7812360" y="332656"/>
            <a:ext cx="0" cy="652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195736" y="332656"/>
            <a:ext cx="69482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43400" y="-108103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Thursday</a:t>
            </a:r>
            <a:endParaRPr lang="ru-RU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179512" y="-171400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breakfast</a:t>
            </a:r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2555776" y="4046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lunch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40466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dinner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88224" y="116632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drink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7884368" y="404664"/>
            <a:ext cx="125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snack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95536" y="908720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Porridge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ru-RU" dirty="0" smtClean="0"/>
          </a:p>
          <a:p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6660232" y="1052736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water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2483768" y="980728"/>
            <a:ext cx="1728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P</a:t>
            </a:r>
            <a:r>
              <a:rPr lang="en-US" dirty="0" smtClean="0"/>
              <a:t>asta with tomato sauce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4572000" y="1052736"/>
            <a:ext cx="13681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</a:t>
            </a:r>
            <a:r>
              <a:rPr lang="en-US" dirty="0" smtClean="0"/>
              <a:t>ried </a:t>
            </a:r>
            <a:r>
              <a:rPr lang="ru-RU" dirty="0" err="1"/>
              <a:t>р</a:t>
            </a:r>
            <a:r>
              <a:rPr lang="en-US" dirty="0" err="1" smtClean="0"/>
              <a:t>asta</a:t>
            </a:r>
            <a:r>
              <a:rPr lang="en-US" dirty="0" smtClean="0"/>
              <a:t> and </a:t>
            </a:r>
            <a:r>
              <a:rPr lang="en-US" dirty="0" smtClean="0"/>
              <a:t>cheese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yogurt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7740352" y="1268760"/>
            <a:ext cx="1512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Marmala</a:t>
            </a:r>
            <a:r>
              <a:rPr lang="en-US" dirty="0" smtClean="0"/>
              <a:t>-de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4199398" y="3244334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dirty="0"/>
          </a:p>
        </p:txBody>
      </p:sp>
      <p:pic>
        <p:nvPicPr>
          <p:cNvPr id="28" name="Рисунок 27" descr="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9752" y="2276872"/>
            <a:ext cx="2016224" cy="1440160"/>
          </a:xfrm>
          <a:prstGeom prst="rect">
            <a:avLst/>
          </a:prstGeom>
        </p:spPr>
      </p:pic>
      <p:pic>
        <p:nvPicPr>
          <p:cNvPr id="30" name="Рисунок 29" descr="480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9992" y="2564904"/>
            <a:ext cx="1745649" cy="1152128"/>
          </a:xfrm>
          <a:prstGeom prst="rect">
            <a:avLst/>
          </a:prstGeom>
        </p:spPr>
      </p:pic>
      <p:pic>
        <p:nvPicPr>
          <p:cNvPr id="32" name="Рисунок 31" descr="49525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2348880"/>
            <a:ext cx="1745649" cy="1152128"/>
          </a:xfrm>
          <a:prstGeom prst="rect">
            <a:avLst/>
          </a:prstGeom>
        </p:spPr>
      </p:pic>
      <p:pic>
        <p:nvPicPr>
          <p:cNvPr id="33" name="Рисунок 32" descr="Без названия (8)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42520" y="2492896"/>
            <a:ext cx="1201480" cy="799530"/>
          </a:xfrm>
          <a:prstGeom prst="rect">
            <a:avLst/>
          </a:prstGeom>
        </p:spPr>
      </p:pic>
      <p:pic>
        <p:nvPicPr>
          <p:cNvPr id="34" name="Рисунок 33" descr="5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444208" y="2492896"/>
            <a:ext cx="1368152" cy="978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  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332656"/>
            <a:ext cx="230425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427984" y="332656"/>
            <a:ext cx="194421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7812360" y="332656"/>
            <a:ext cx="0" cy="652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195736" y="332656"/>
            <a:ext cx="69482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9512" y="-171400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breakfast</a:t>
            </a:r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2555776" y="4046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lunch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40466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dinner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88224" y="116632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drink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7884368" y="404664"/>
            <a:ext cx="125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snack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3779912" y="-99392"/>
            <a:ext cx="30963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Friday</a:t>
            </a:r>
            <a:endParaRPr lang="ru-RU" sz="3200" dirty="0"/>
          </a:p>
        </p:txBody>
      </p:sp>
      <p:sp>
        <p:nvSpPr>
          <p:cNvPr id="17" name="TextBox 16"/>
          <p:cNvSpPr txBox="1"/>
          <p:nvPr/>
        </p:nvSpPr>
        <p:spPr>
          <a:xfrm>
            <a:off x="0" y="1196752"/>
            <a:ext cx="22677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Porridge with </a:t>
            </a:r>
            <a:r>
              <a:rPr lang="en-US" dirty="0" smtClean="0"/>
              <a:t>bananas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  <a:endParaRPr lang="ru-RU" dirty="0" smtClean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2267744" y="6858000"/>
            <a:ext cx="12961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88024" y="1268760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ru-RU" dirty="0" smtClean="0"/>
          </a:p>
          <a:p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6660232" y="1340768"/>
            <a:ext cx="12961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water</a:t>
            </a:r>
            <a:endParaRPr lang="ru-RU" dirty="0" smtClean="0"/>
          </a:p>
          <a:p>
            <a:endParaRPr lang="ru-RU" dirty="0"/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8028384" y="1268760"/>
            <a:ext cx="86409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644008" y="1196752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Rice </a:t>
            </a:r>
            <a:r>
              <a:rPr lang="en-US" dirty="0" smtClean="0"/>
              <a:t>and salmon</a:t>
            </a:r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2555776" y="1340768"/>
            <a:ext cx="1512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Red lentils soup</a:t>
            </a:r>
            <a:endParaRPr lang="ru-RU" dirty="0"/>
          </a:p>
        </p:txBody>
      </p:sp>
      <p:pic>
        <p:nvPicPr>
          <p:cNvPr id="33" name="Рисунок 32" descr="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39752" y="2420888"/>
            <a:ext cx="2057924" cy="1597918"/>
          </a:xfrm>
          <a:prstGeom prst="rect">
            <a:avLst/>
          </a:prstGeom>
        </p:spPr>
      </p:pic>
      <p:pic>
        <p:nvPicPr>
          <p:cNvPr id="34" name="Рисунок 33" descr="Без названия (5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0" y="2564904"/>
            <a:ext cx="1773688" cy="1370261"/>
          </a:xfrm>
          <a:prstGeom prst="rect">
            <a:avLst/>
          </a:prstGeom>
        </p:spPr>
      </p:pic>
      <p:pic>
        <p:nvPicPr>
          <p:cNvPr id="35" name="Рисунок 34" descr="49525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1520" y="2708920"/>
            <a:ext cx="1745649" cy="1152128"/>
          </a:xfrm>
          <a:prstGeom prst="rect">
            <a:avLst/>
          </a:prstGeom>
        </p:spPr>
      </p:pic>
      <p:pic>
        <p:nvPicPr>
          <p:cNvPr id="36" name="Рисунок 35" descr="Без названия (6)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44208" y="2708920"/>
            <a:ext cx="1298504" cy="8640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47856" y="1196752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chocolade</a:t>
            </a:r>
            <a:endParaRPr lang="ru-RU" dirty="0" smtClean="0"/>
          </a:p>
        </p:txBody>
      </p:sp>
      <p:pic>
        <p:nvPicPr>
          <p:cNvPr id="38" name="Рисунок 37" descr="Без названия (10)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956376" y="2564904"/>
            <a:ext cx="1036915" cy="8640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332656"/>
            <a:ext cx="230425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427984" y="332656"/>
            <a:ext cx="194421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7812360" y="332656"/>
            <a:ext cx="0" cy="652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195736" y="332656"/>
            <a:ext cx="69482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43400" y="-108103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Saturday</a:t>
            </a:r>
            <a:endParaRPr lang="ru-RU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179512" y="-171400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breakfast</a:t>
            </a:r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2555776" y="4046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lunch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40466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dinner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88224" y="116632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drink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7884368" y="404664"/>
            <a:ext cx="125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snack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2339752" y="1196752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Pasta with tomato sauce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251520" y="1124744"/>
            <a:ext cx="158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Porridge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cxnSp>
        <p:nvCxnSpPr>
          <p:cNvPr id="26" name="Прямая соединительная линия 25"/>
          <p:cNvCxnSpPr/>
          <p:nvPr/>
        </p:nvCxnSpPr>
        <p:spPr>
          <a:xfrm>
            <a:off x="4644008" y="1484784"/>
            <a:ext cx="129614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44208" y="1124744"/>
            <a:ext cx="1296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water</a:t>
            </a:r>
            <a:endParaRPr lang="ru-RU" dirty="0" smtClean="0"/>
          </a:p>
        </p:txBody>
      </p:sp>
      <p:pic>
        <p:nvPicPr>
          <p:cNvPr id="32" name="Рисунок 31" descr="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83768" y="1916832"/>
            <a:ext cx="1656184" cy="1182989"/>
          </a:xfrm>
          <a:prstGeom prst="rect">
            <a:avLst/>
          </a:prstGeom>
        </p:spPr>
      </p:pic>
      <p:pic>
        <p:nvPicPr>
          <p:cNvPr id="33" name="Рисунок 32" descr="4952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1844824"/>
            <a:ext cx="1617529" cy="1067569"/>
          </a:xfrm>
          <a:prstGeom prst="rect">
            <a:avLst/>
          </a:prstGeom>
        </p:spPr>
      </p:pic>
      <p:pic>
        <p:nvPicPr>
          <p:cNvPr id="34" name="Рисунок 33" descr="5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2492896"/>
            <a:ext cx="1368152" cy="97801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47856" y="1196752"/>
            <a:ext cx="1296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chocolade</a:t>
            </a:r>
            <a:endParaRPr lang="ru-RU" dirty="0" smtClean="0"/>
          </a:p>
        </p:txBody>
      </p:sp>
      <p:pic>
        <p:nvPicPr>
          <p:cNvPr id="36" name="Рисунок 35" descr="Без названия (10)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956376" y="2564904"/>
            <a:ext cx="1036915" cy="8640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332656"/>
            <a:ext cx="230425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4427984" y="332656"/>
            <a:ext cx="1944216" cy="652534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0" y="764704"/>
            <a:ext cx="914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7812360" y="332656"/>
            <a:ext cx="0" cy="65253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195736" y="332656"/>
            <a:ext cx="69482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743400" y="-108103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Sunday</a:t>
            </a:r>
            <a:endParaRPr lang="ru-RU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179512" y="-171400"/>
            <a:ext cx="2016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breakfast</a:t>
            </a:r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2555776" y="404664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lunch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0" y="404664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dinner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588224" y="116632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drink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7884368" y="404664"/>
            <a:ext cx="125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snack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0" y="1124744"/>
            <a:ext cx="2195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Cottage cheese pancakes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6516216" y="980728"/>
            <a:ext cx="1152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water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2555776" y="1196752"/>
            <a:ext cx="1584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Porridge with bananas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Black tea</a:t>
            </a:r>
            <a:endParaRPr lang="ru-RU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4427984" y="1124744"/>
            <a:ext cx="19442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ricotta </a:t>
            </a:r>
            <a:r>
              <a:rPr lang="en-US" dirty="0" smtClean="0"/>
              <a:t>dumplings</a:t>
            </a:r>
            <a:r>
              <a:rPr lang="ru-RU" dirty="0" smtClean="0"/>
              <a:t>       </a:t>
            </a:r>
            <a:r>
              <a:rPr lang="en-US" dirty="0" smtClean="0"/>
              <a:t>with</a:t>
            </a:r>
            <a:r>
              <a:rPr lang="en-US" dirty="0" smtClean="0"/>
              <a:t> olive </a:t>
            </a:r>
            <a:r>
              <a:rPr lang="en-US" dirty="0" smtClean="0"/>
              <a:t>oil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Fried </a:t>
            </a:r>
            <a:r>
              <a:rPr lang="ru-RU" dirty="0" err="1" smtClean="0"/>
              <a:t>р</a:t>
            </a:r>
            <a:r>
              <a:rPr lang="en-US" dirty="0" err="1" smtClean="0"/>
              <a:t>asta</a:t>
            </a:r>
            <a:r>
              <a:rPr lang="en-US" dirty="0" smtClean="0"/>
              <a:t> and cheese</a:t>
            </a:r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endParaRPr lang="en-US" dirty="0" smtClean="0"/>
          </a:p>
        </p:txBody>
      </p:sp>
      <p:pic>
        <p:nvPicPr>
          <p:cNvPr id="28" name="Рисунок 27" descr="p_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44007" y="2780928"/>
            <a:ext cx="1554679" cy="1152128"/>
          </a:xfrm>
          <a:prstGeom prst="rect">
            <a:avLst/>
          </a:prstGeom>
        </p:spPr>
      </p:pic>
      <p:pic>
        <p:nvPicPr>
          <p:cNvPr id="29" name="Рисунок 28" descr="Без названия (7)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520" y="1988840"/>
            <a:ext cx="1614310" cy="1080120"/>
          </a:xfrm>
          <a:prstGeom prst="rect">
            <a:avLst/>
          </a:prstGeom>
        </p:spPr>
      </p:pic>
      <p:pic>
        <p:nvPicPr>
          <p:cNvPr id="30" name="Рисунок 29" descr="49525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483768" y="2420888"/>
            <a:ext cx="1617529" cy="1067569"/>
          </a:xfrm>
          <a:prstGeom prst="rect">
            <a:avLst/>
          </a:prstGeom>
        </p:spPr>
      </p:pic>
      <p:pic>
        <p:nvPicPr>
          <p:cNvPr id="31" name="Рисунок 30" descr="ekler_shok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854250" y="2132856"/>
            <a:ext cx="1289750" cy="8640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12360" y="980728"/>
            <a:ext cx="1152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Chocolade</a:t>
            </a:r>
            <a:r>
              <a:rPr lang="en-US" dirty="0" smtClean="0"/>
              <a:t> </a:t>
            </a:r>
            <a:r>
              <a:rPr lang="en-US" dirty="0" err="1" smtClean="0"/>
              <a:t>eclaire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 smtClean="0"/>
              <a:t>Thanks for your attention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13176</TotalTime>
  <Words>179</Words>
  <Application>Microsoft Office PowerPoint</Application>
  <PresentationFormat>Экран (4:3)</PresentationFormat>
  <Paragraphs>127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 I am what I eat</vt:lpstr>
      <vt:lpstr>   </vt:lpstr>
      <vt:lpstr>  </vt:lpstr>
      <vt:lpstr>   </vt:lpstr>
      <vt:lpstr>    </vt:lpstr>
      <vt:lpstr>    </vt:lpstr>
      <vt:lpstr>   </vt:lpstr>
      <vt:lpstr>   </vt:lpstr>
      <vt:lpstr>Слайд 9</vt:lpstr>
    </vt:vector>
  </TitlesOfParts>
  <Company>Windows 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Konstantin</dc:creator>
  <cp:lastModifiedBy>Konstantin</cp:lastModifiedBy>
  <cp:revision>8</cp:revision>
  <dcterms:created xsi:type="dcterms:W3CDTF">2018-11-12T15:40:20Z</dcterms:created>
  <dcterms:modified xsi:type="dcterms:W3CDTF">2018-11-25T18:42:03Z</dcterms:modified>
</cp:coreProperties>
</file>